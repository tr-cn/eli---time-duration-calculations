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9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8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2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5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1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5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2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7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9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044DA-C7A5-4F98-87ED-BEC06CC87F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10306-5552-4149-B689-F756821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2" t="10054" r="33664" b="53506"/>
          <a:stretch/>
        </p:blipFill>
        <p:spPr>
          <a:xfrm>
            <a:off x="2326706" y="0"/>
            <a:ext cx="8277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57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  Cohen</dc:creator>
  <cp:lastModifiedBy>Tamir  Cohen</cp:lastModifiedBy>
  <cp:revision>3</cp:revision>
  <dcterms:created xsi:type="dcterms:W3CDTF">2025-12-03T07:11:01Z</dcterms:created>
  <dcterms:modified xsi:type="dcterms:W3CDTF">2025-12-07T16:07:41Z</dcterms:modified>
</cp:coreProperties>
</file>